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youtube.com/watch?v=YvA9nqPmGW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8347710" cy="14452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🐦 BigBird</a:t>
            </a:r>
          </a:p>
          <a:p>
            <a:pPr>
              <a:defRPr sz="4400" b="1">
                <a:solidFill>
                  <a:srgbClr val="0F172A"/>
                </a:solidFill>
              </a:defRPr>
            </a:pPr>
            <a:r>
              <a:t>Breaking the Quadratic Barrier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5944235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4748B"/>
                </a:solidFill>
              </a:defRPr>
            </a:pPr>
            <a:r>
              <a:t>Deep Dive into the BigBird Transformer Model</a:t>
            </a:r>
          </a:p>
          <a:p>
            <a:r>
              <a:rPr lang="en-US"/>
              <a:t>Mohammad Nassar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53503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Problem: BERT's Quadratic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321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Dense self-attention creates an N x N matrix, causing </a:t>
            </a:r>
            <a:r>
              <a:rPr lang="en-US"/>
              <a:t>quadratic </a:t>
            </a:r>
            <a:r>
              <a:t>memory growth.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Standard Transformers use dense self-attention.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Every token attends to every other token.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Creates an N x N matrix → O(N²) complexity.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Example: Doubling sequence length quadruples memory usage.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Limitation: BERT is capped at 512 tokens.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3530" y="6400800"/>
            <a:ext cx="25107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09244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Solution: Dense to Sparse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BigBird strategically reduces connections to achieve linear O(N) complexity.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BigBird replaces dense attention with a sparse mechanism.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Local (Diagonal): Attends to nearby tokens (window).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Random (Scattered): Attends to a few random tokens.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Global (Columns): Key tokens attend to everything.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Result: Computation drops from O(N²) to linear O(N).</a:t>
            </a:r>
          </a:p>
        </p:txBody>
      </p:sp>
      <p:pic>
        <p:nvPicPr>
          <p:cNvPr id="6" name="Picture 5" descr="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3530" y="6400800"/>
            <a:ext cx="25107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2555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Architecture: The BigBird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Combining three distinct attention patterns to capture both short and long-range 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3989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Local: Captures short-range syntax (like a sentence).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Random: Connects distant but related tokens.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Global: Lets key tokens (like [CLS]) influence everything.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The Secret: Each token only attends to 6-7 other tokens</a:t>
            </a:r>
            <a:r>
              <a:rPr lang="en-US"/>
              <a:t> (for example)</a:t>
            </a:r>
            <a:r>
              <a:t>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This keeps computation strictly linear regardless of length.</a:t>
            </a:r>
          </a:p>
        </p:txBody>
      </p:sp>
      <p:pic>
        <p:nvPicPr>
          <p:cNvPr id="6" name="Picture 5" descr="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3530" y="6400800"/>
            <a:ext cx="25107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0059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How It Works: Sparse Attention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A visual journey through BigBird's layers: Global, Local, and Random connections.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Input Tokens: Text is split and passed through the model.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Local Windows: Each token attends to nearby tokens.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Global Tokens: Special tokens attend to all tokens.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Random Connections: A few tokens connect to distant ones.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The Big Picture: Less computation, more context.</a:t>
            </a:r>
          </a:p>
        </p:txBody>
      </p:sp>
      <p:pic>
        <p:nvPicPr>
          <p:cNvPr id="6" name="Picture 5" descr="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3530" y="6400800"/>
            <a:ext cx="25107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0203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Complexity Showdown: BERT vs. Longformer vs. BigBird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6616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BigBird maintains linear complexity with theoretical guarantees.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BERT: O(N²) - Full dense attention. Best for &lt; 512 tokens.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Longformer: O(N) - Sliding window + Global attention.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BigBird: O(N) - Local + Global + Random attention.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Winner: BigBird is the only model with theoretical guarantees (Turing complete) while maintaining linear complexity.</a:t>
            </a:r>
          </a:p>
        </p:txBody>
      </p:sp>
      <p:pic>
        <p:nvPicPr>
          <p:cNvPr id="6" name="Picture 5" descr="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3530" y="6400800"/>
            <a:ext cx="25107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24116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BigBird vs. 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Why BigBird is smarter than simply cutting long text into pieces.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Chunking: Split document into 512-token chunks. Loses context between chunks.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BigBird: Process entire text as one long sequence.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Advantage: Maintains full context, handles long sequences efficiently.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Verdict: One sequence. Smarter attention. Better global understanding.</a:t>
            </a:r>
          </a:p>
        </p:txBody>
      </p:sp>
      <p:pic>
        <p:nvPicPr>
          <p:cNvPr id="6" name="Picture 5" descr="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3530" y="6400800"/>
            <a:ext cx="25107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98373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Where to Use BigBird: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Built for long, complex, and structured data across multiple domains.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🧬 DNA Sequences: Analyzing long genetic sequences.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📄 Long News Articles: Summarizing thousands of tokens.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🕸️ Supply Chain Graphs: Modeling complex relationships.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🔬 Scientific Text Mining: Extracting formulas and co-references.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❓ Long-Form QA: Answering questions from entire books.</a:t>
            </a:r>
          </a:p>
        </p:txBody>
      </p:sp>
      <p:pic>
        <p:nvPicPr>
          <p:cNvPr id="6" name="Picture 5" descr="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3530" y="6400800"/>
            <a:ext cx="25107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08939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Reality Check: Limitations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Practical constraints when deploying BigBird in real-world scenarios.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Hardware Constraints: On V100 (16GB), max_len=768, batch_size=4 hits the limit.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Fixed PE Limit: max_position_embeddings=4096.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Short-Input Inefficiency: Slower than BERT for &lt; 1024 tokens.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Multi-GPU Complexity: Requires careful tuning of batch size and learning rate.</a:t>
            </a:r>
          </a:p>
        </p:txBody>
      </p:sp>
      <p:pic>
        <p:nvPicPr>
          <p:cNvPr id="6" name="Picture 5" descr="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3530" y="6400800"/>
            <a:ext cx="251079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🔍 Inside the Heatmap: Visualizing the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How to read the diagonal lines, green columns, and random dots.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Diagonal Lines: Local Attention (window).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Green Columns: Global Attention (key tokens reaching all).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Random Dots: Random Attention (long-range connections).</a:t>
            </a:r>
          </a:p>
          <a:p>
            <a:pPr>
              <a:spcAft>
                <a:spcPts val="1600"/>
              </a:spcAft>
              <a:defRPr sz="2000">
                <a:solidFill>
                  <a:srgbClr val="334155"/>
                </a:solidFill>
              </a:defRPr>
            </a:pPr>
            <a:r>
              <a:t>Why It Matters: Captures both short- and long-range context.</a:t>
            </a:r>
          </a:p>
        </p:txBody>
      </p:sp>
      <p:pic>
        <p:nvPicPr>
          <p:cNvPr id="6" name="Picture 5" descr="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5486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09075" y="6400800"/>
            <a:ext cx="259524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09075" y="6400800"/>
            <a:ext cx="259524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💎 Conclusion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591685"/>
            <a:ext cx="91440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Takeaway: Use BigBird to process long documents efficiently without losing global context.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948815" y="1849120"/>
            <a:ext cx="82931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"/>
            </a:pPr>
            <a:r>
              <a:rPr lang="en-US" altLang="en-US"/>
              <a:t>BigBird combines Global, Local, and Random attention to achieve linear complexity, bridging the gap between expressive Transformers and computational reality.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"/>
            </a:pPr>
            <a:endParaRPr lang="en-US" altLang="en-US"/>
          </a:p>
          <a:p>
            <a:pPr marL="285750" indent="-285750">
              <a:buFont typeface="Wingdings" panose="05000000000000000000" charset="0"/>
              <a:buChar char=""/>
            </a:pPr>
            <a:r>
              <a:rPr lang="en-US" altLang="en-US"/>
              <a:t>Use BigBird for sequences exceeding 1024 tokens. For sequences of 1024 tokens or fewer (especially 512–1024), standard BERT remains the more efficient choice.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09075" y="6400800"/>
            <a:ext cx="259524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BigBird Model Research  |  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9844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0584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296400" cy="13989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Zaheer, M., et al. (2020). Big Bird: Transformers for Longer Sequences. NeurIPS.</a:t>
            </a:r>
          </a:p>
          <a:p>
            <a:pPr algn="l"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t>Hugging Face Transformers Documentation. BigBirdModel.</a:t>
            </a:r>
          </a:p>
          <a:p>
            <a:pPr algn="l">
              <a:spcAft>
                <a:spcPts val="1500"/>
              </a:spcAft>
              <a:defRPr sz="2000">
                <a:solidFill>
                  <a:srgbClr val="334155"/>
                </a:solidFill>
              </a:defRPr>
            </a:pPr>
            <a:r>
              <a:rPr lang="en-US" altLang="en-US"/>
              <a:t>InnerWorkingsAI Channel YouTube ( </a:t>
            </a:r>
            <a:r>
              <a:rPr lang="en-US" altLang="en-US">
                <a:hlinkClick r:id="rId1" action="ppaction://hlinkfile"/>
              </a:rPr>
              <a:t>BigBird Research Course</a:t>
            </a:r>
            <a:r>
              <a:rPr lang="en-US" altLang="en-US"/>
              <a:t>)</a:t>
            </a:r>
            <a: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4465</Words>
  <Application>WPS Presentation</Application>
  <PresentationFormat>On-screen Show (4:3)</PresentationFormat>
  <Paragraphs>128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Wingdings</vt:lpstr>
      <vt:lpstr>Calibri</vt:lpstr>
      <vt:lpstr>Helvetica Neue</vt:lpstr>
      <vt:lpstr>Apple Color Emoji</vt:lpstr>
      <vt:lpstr>Microsoft YaHei</vt:lpstr>
      <vt:lpstr>汉仪旗黑</vt:lpstr>
      <vt:lpstr>Arial Unicode MS</vt:lpstr>
      <vt:lpstr>汉仪书宋二KW</vt:lpstr>
      <vt:lpstr>Arial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mac</cp:lastModifiedBy>
  <cp:revision>4</cp:revision>
  <dcterms:created xsi:type="dcterms:W3CDTF">2026-10-09T16:59:35Z</dcterms:created>
  <dcterms:modified xsi:type="dcterms:W3CDTF">2026-10-09T16:59:35Z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0E9A86214156CD2A5CAAC76A3EBD5AC4_43</vt:lpwstr>
  </property>
  <property fmtid="{D5CDD505-2E9C-101B-9397-08002B2CF9AE}" pid="3" name="KSOProductBuildVer">
    <vt:lpwstr>1033-12.1.29166.29166</vt:lpwstr>
  </property>
</Properties>
</file>